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Pré-código: Lista de Movimentos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programar, descreva o jogo como ações + regras + atualizações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0972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1343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(em 10-15 min)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1) Liste movimentos (jogador / jogo / telas)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2) Escreva 5 regras em “SE… ENTÃO…”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3) Preencha a tabela: Movimento → Evento → Variável → Tela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se a lista estiver completa, o JavaScript fica “óbvio”.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- Lista de Movimentos (10 min)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grupo: escreva tudo que acontece no jogo (sem julgar)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(Cup Game): clicar Jogar | clicar cupcake | tempo diminui | alvo muda | início→jogo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819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Jogador (entradas)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55164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52928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50692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48456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46220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43984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41748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39512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637276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41732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5819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Jogo (automático)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17720" y="2057400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455164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852928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250692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648456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046220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4443984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4841748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5239512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5637276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41732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03920" y="15819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Telas (navegação)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58200" y="2057400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8200" y="2455164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8200" y="2852928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58200" y="3250692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3648456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4046220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4443984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58200" y="4841748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5239512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5637276"/>
            <a:ext cx="3063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12 ideias no total. Seja específico (ex.: “clicar no cupcake”, “tempo chega a 0”).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 - Regras em “SE… ENTÃO…” (8 min)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5 movimentos e transforme em regras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819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vire programador (preencha)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 __________________________ ENTÃO __________________________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SE __________________________ ENTÃO __________________________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SE __________________________ ENTÃO __________________________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SE __________________________ ENTÃO __________________________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SE __________________________ ENTÃO __________________________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0" y="1417320"/>
            <a:ext cx="4526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15819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(Cup Game)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0" y="1965960"/>
            <a:ext cx="396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SE clicar em Jogar → iniciar tempo e zerar pontos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98080" y="2468880"/>
            <a:ext cx="396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SE clicar no cupcake → +1, “Uhu”, mover alvo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0" y="2971800"/>
            <a:ext cx="396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SE clicar fora → “Ops” e não pontuar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0" y="3474720"/>
            <a:ext cx="396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SE pausar → tempo para + clique não vale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0" y="3977640"/>
            <a:ext cx="396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SE tempo = 0 → tela final + pontuação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frases viram: eventos (click), condições (if) e atualizações (textContent).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C - Mapa Movimento → Código (10 min)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Preencha: Evento + Variável + Tela/Elemento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819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92608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18288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32120" y="1874520"/>
            <a:ext cx="27432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1874520"/>
            <a:ext cx="310896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na tela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cupcake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23774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(target)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32120" y="23774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37744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scoreValue, feedback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288036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Jogar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03320" y="28803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32120" y="28803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passar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703320" y="33832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32120" y="33832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338328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Pausar/Continuar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703320" y="38862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32120" y="38862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388620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= 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03320" y="43891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532120" y="43891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75320" y="438912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7240" y="5989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(variáveis comuns): score, timeLeft, paused, playing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21040" y="5989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(telas): Início / Jogo / Fim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Transição: agora vamos mapear isso no HTML/CSS/JS (eventos, if, setInterval, textContent).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2026-03-02T23:37:26Z</dcterms:created>
  <dcterms:modified xsi:type="dcterms:W3CDTF">2026-03-02T23:37:26Z</dcterms:modified>
</cp:coreProperties>
</file>