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ScSPNmuYW2n0+/Ue7DSE+NC/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None.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None.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None.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None.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Mostre as folhas do protótipo e diga: 'isso vira seções no HTML. Só uma fica visível por vez.'</a:t>
            </a:r>
            <a:endParaRPr/>
          </a:p>
        </p:txBody>
      </p:sp>
      <p:sp>
        <p:nvSpPr>
          <p:cNvPr id="141" name="Google Shape;14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Revisão rápida do protótipo: tela = seção.</a:t>
            </a:r>
            <a:endParaRPr/>
          </a:p>
        </p:txBody>
      </p:sp>
      <p:sp>
        <p:nvSpPr>
          <p:cNvPr id="149" name="Google Shape;14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Aponte a imagem e diga: 'onde o aluno clica vira um elemento com id'.</a:t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Explique: playArea é a folha; target é o post-it.</a:t>
            </a:r>
            <a:endParaRPr/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Destaque: Pontos (durante) ≠ Pontuação final (onde exibimos).</a:t>
            </a:r>
            <a:endParaRPr/>
          </a:p>
        </p:txBody>
      </p:sp>
      <p:sp>
        <p:nvSpPr>
          <p:cNvPr id="171" name="Google Shape;17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Mostre o bloco :root como 'painel de cores'.</a:t>
            </a:r>
            <a:endParaRPr/>
          </a:p>
        </p:txBody>
      </p:sp>
      <p:sp>
        <p:nvSpPr>
          <p:cNvPr id="178" name="Google Shape;17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Diga: 'aqui todo mundo muda sem quebrar as regras'.</a:t>
            </a:r>
            <a:endParaRPr/>
          </a:p>
        </p:txBody>
      </p:sp>
      <p:sp>
        <p:nvSpPr>
          <p:cNvPr id="185" name="Google Shape;18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Gesto de trocar folha → active = visível.</a:t>
            </a:r>
            <a:endParaRPr/>
          </a:p>
        </p:txBody>
      </p:sp>
      <p:sp>
        <p:nvSpPr>
          <p:cNvPr id="192" name="Google Shape;19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Relacione com o cronômetro do protótipo: agora o computador faz sozinho.</a:t>
            </a:r>
            <a:endParaRPr/>
          </a:p>
        </p:txBody>
      </p:sp>
      <p:sp>
        <p:nvSpPr>
          <p:cNvPr id="199" name="Google Shape;19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Repetir sequência: clicou = +1 e muda de lugar.</a:t>
            </a:r>
            <a:endParaRPr/>
          </a:p>
        </p:txBody>
      </p:sp>
      <p:sp>
        <p:nvSpPr>
          <p:cNvPr id="206" name="Google Shape;20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Mostre que playArea tem evento próprio para erro.</a:t>
            </a:r>
            <a:endParaRPr/>
          </a:p>
        </p:txBody>
      </p:sp>
      <p:sp>
        <p:nvSpPr>
          <p:cNvPr id="213" name="Google Shape;21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Fale de limites: não pode sair do playArea.</a:t>
            </a:r>
            <a:endParaRPr/>
          </a:p>
        </p:txBody>
      </p:sp>
      <p:sp>
        <p:nvSpPr>
          <p:cNvPr id="220" name="Google Shape;22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Conecte com protótipo: parar post-it; voltar folha 1; mostrar resultado.</a:t>
            </a:r>
            <a:endParaRPr/>
          </a:p>
        </p:txBody>
      </p:sp>
      <p:sp>
        <p:nvSpPr>
          <p:cNvPr id="227" name="Google Shape;22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final para liberar a customização com segurança.</a:t>
            </a:r>
            <a:endParaRPr/>
          </a:p>
        </p:txBody>
      </p:sp>
      <p:sp>
        <p:nvSpPr>
          <p:cNvPr id="234" name="Google Shape;23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EA5A4"/>
          </a:solidFill>
          <a:ln cap="flat" cmpd="sng" w="12700">
            <a:solidFill>
              <a:srgbClr val="0EA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31520" y="50292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Pré-código: Lista de Movimentos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11430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Antes de programar, descreva o jogo como ações + regras + atualizações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2148840"/>
            <a:ext cx="10972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005840" y="2313432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Como usar (em 10-15 min)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97280" y="2697480"/>
            <a:ext cx="103628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□ 1) Liste movimentos (jogador / jogo / telas)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097280" y="3246120"/>
            <a:ext cx="103628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□ 2) Escreva 5 regras em “SE… ENTÃO…”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097280" y="3794760"/>
            <a:ext cx="103628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□ 3) Preencha a tabela: Movimento → Evento → Variável → Tela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48640" y="6547104"/>
            <a:ext cx="103628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Dica: se a lista estiver completa, o JavaScript fica “óbvio”.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1002975" y="6547104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1/4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B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0EA5A4"/>
          </a:solidFill>
          <a:ln cap="flat" cmpd="sng" w="12700">
            <a:solidFill>
              <a:srgbClr val="0EA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548640" y="109728"/>
            <a:ext cx="11094415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Slide A - Lista de Movimentos (10 min)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475488"/>
            <a:ext cx="1109441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Em grupo: escreva tudo que acontece no jogo (sem julgar)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Exemplo (Cup Game): clicar Jogar | clicar cupcake | tempo diminui | alvo muda | início→jogo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1417320"/>
            <a:ext cx="3520440" cy="4846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822960" y="1581912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A) Jogador (entradas)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p2"/>
          <p:cNvCxnSpPr/>
          <p:nvPr/>
        </p:nvCxnSpPr>
        <p:spPr>
          <a:xfrm>
            <a:off x="777240" y="205740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2"/>
          <p:cNvCxnSpPr/>
          <p:nvPr/>
        </p:nvCxnSpPr>
        <p:spPr>
          <a:xfrm>
            <a:off x="777240" y="2455164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2"/>
          <p:cNvCxnSpPr/>
          <p:nvPr/>
        </p:nvCxnSpPr>
        <p:spPr>
          <a:xfrm>
            <a:off x="777240" y="2852928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2"/>
          <p:cNvCxnSpPr/>
          <p:nvPr/>
        </p:nvCxnSpPr>
        <p:spPr>
          <a:xfrm>
            <a:off x="777240" y="3250692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" name="Google Shape;42;p2"/>
          <p:cNvCxnSpPr/>
          <p:nvPr/>
        </p:nvCxnSpPr>
        <p:spPr>
          <a:xfrm>
            <a:off x="777240" y="3648456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2"/>
          <p:cNvCxnSpPr/>
          <p:nvPr/>
        </p:nvCxnSpPr>
        <p:spPr>
          <a:xfrm>
            <a:off x="777240" y="404622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" name="Google Shape;44;p2"/>
          <p:cNvCxnSpPr/>
          <p:nvPr/>
        </p:nvCxnSpPr>
        <p:spPr>
          <a:xfrm>
            <a:off x="777240" y="4443984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" name="Google Shape;45;p2"/>
          <p:cNvCxnSpPr/>
          <p:nvPr/>
        </p:nvCxnSpPr>
        <p:spPr>
          <a:xfrm>
            <a:off x="777240" y="4841748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" name="Google Shape;46;p2"/>
          <p:cNvCxnSpPr/>
          <p:nvPr/>
        </p:nvCxnSpPr>
        <p:spPr>
          <a:xfrm>
            <a:off x="777240" y="5239512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" name="Google Shape;47;p2"/>
          <p:cNvCxnSpPr/>
          <p:nvPr/>
        </p:nvCxnSpPr>
        <p:spPr>
          <a:xfrm>
            <a:off x="777240" y="5637276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2"/>
          <p:cNvSpPr/>
          <p:nvPr/>
        </p:nvSpPr>
        <p:spPr>
          <a:xfrm>
            <a:off x="4389120" y="1417320"/>
            <a:ext cx="3520440" cy="4846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663440" y="1581912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B) Jogo (automático)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2"/>
          <p:cNvCxnSpPr/>
          <p:nvPr/>
        </p:nvCxnSpPr>
        <p:spPr>
          <a:xfrm>
            <a:off x="4617720" y="205740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" name="Google Shape;51;p2"/>
          <p:cNvCxnSpPr/>
          <p:nvPr/>
        </p:nvCxnSpPr>
        <p:spPr>
          <a:xfrm>
            <a:off x="4617720" y="2455164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" name="Google Shape;52;p2"/>
          <p:cNvCxnSpPr/>
          <p:nvPr/>
        </p:nvCxnSpPr>
        <p:spPr>
          <a:xfrm>
            <a:off x="4617720" y="2852928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" name="Google Shape;53;p2"/>
          <p:cNvCxnSpPr/>
          <p:nvPr/>
        </p:nvCxnSpPr>
        <p:spPr>
          <a:xfrm>
            <a:off x="4617720" y="3250692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" name="Google Shape;54;p2"/>
          <p:cNvCxnSpPr/>
          <p:nvPr/>
        </p:nvCxnSpPr>
        <p:spPr>
          <a:xfrm>
            <a:off x="4617720" y="3648456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" name="Google Shape;55;p2"/>
          <p:cNvCxnSpPr/>
          <p:nvPr/>
        </p:nvCxnSpPr>
        <p:spPr>
          <a:xfrm>
            <a:off x="4617720" y="404622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2"/>
          <p:cNvCxnSpPr/>
          <p:nvPr/>
        </p:nvCxnSpPr>
        <p:spPr>
          <a:xfrm>
            <a:off x="4617720" y="4443984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2"/>
          <p:cNvCxnSpPr/>
          <p:nvPr/>
        </p:nvCxnSpPr>
        <p:spPr>
          <a:xfrm>
            <a:off x="4617720" y="4841748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2"/>
          <p:cNvCxnSpPr/>
          <p:nvPr/>
        </p:nvCxnSpPr>
        <p:spPr>
          <a:xfrm>
            <a:off x="4617720" y="5239512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2"/>
          <p:cNvCxnSpPr/>
          <p:nvPr/>
        </p:nvCxnSpPr>
        <p:spPr>
          <a:xfrm>
            <a:off x="4617720" y="5637276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2"/>
          <p:cNvSpPr/>
          <p:nvPr/>
        </p:nvSpPr>
        <p:spPr>
          <a:xfrm>
            <a:off x="8229600" y="1417320"/>
            <a:ext cx="3520440" cy="4846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8503920" y="1581912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C) Telas (navegação)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2"/>
          <p:cNvCxnSpPr/>
          <p:nvPr/>
        </p:nvCxnSpPr>
        <p:spPr>
          <a:xfrm>
            <a:off x="8458200" y="205740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2"/>
          <p:cNvCxnSpPr/>
          <p:nvPr/>
        </p:nvCxnSpPr>
        <p:spPr>
          <a:xfrm>
            <a:off x="8458200" y="2455164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2"/>
          <p:cNvCxnSpPr/>
          <p:nvPr/>
        </p:nvCxnSpPr>
        <p:spPr>
          <a:xfrm>
            <a:off x="8458200" y="2852928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2"/>
          <p:cNvCxnSpPr/>
          <p:nvPr/>
        </p:nvCxnSpPr>
        <p:spPr>
          <a:xfrm>
            <a:off x="8458200" y="3250692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2"/>
          <p:cNvCxnSpPr/>
          <p:nvPr/>
        </p:nvCxnSpPr>
        <p:spPr>
          <a:xfrm>
            <a:off x="8458200" y="3648456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2"/>
          <p:cNvCxnSpPr/>
          <p:nvPr/>
        </p:nvCxnSpPr>
        <p:spPr>
          <a:xfrm>
            <a:off x="8458200" y="4046220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2"/>
          <p:cNvCxnSpPr/>
          <p:nvPr/>
        </p:nvCxnSpPr>
        <p:spPr>
          <a:xfrm>
            <a:off x="8458200" y="4443984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2"/>
          <p:cNvCxnSpPr/>
          <p:nvPr/>
        </p:nvCxnSpPr>
        <p:spPr>
          <a:xfrm>
            <a:off x="8458200" y="4841748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2"/>
          <p:cNvCxnSpPr/>
          <p:nvPr/>
        </p:nvCxnSpPr>
        <p:spPr>
          <a:xfrm>
            <a:off x="8458200" y="5239512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2"/>
          <p:cNvCxnSpPr/>
          <p:nvPr/>
        </p:nvCxnSpPr>
        <p:spPr>
          <a:xfrm>
            <a:off x="8458200" y="5637276"/>
            <a:ext cx="30632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2"/>
          <p:cNvSpPr/>
          <p:nvPr/>
        </p:nvSpPr>
        <p:spPr>
          <a:xfrm>
            <a:off x="548640" y="6547104"/>
            <a:ext cx="103628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Meta: 12 ideias no total. Seja específico (ex.: “clicar no cupcake”, “tempo chega a 0”).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11002975" y="6547104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2/4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B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0EA5A4"/>
          </a:solidFill>
          <a:ln cap="flat" cmpd="sng" w="12700">
            <a:solidFill>
              <a:srgbClr val="0EA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548640" y="109728"/>
            <a:ext cx="11094415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Slide B - Regras em “SE… ENTÃO…” (8 min)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48640" y="475488"/>
            <a:ext cx="1109441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Escolha 5 movimentos e transforme em regras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48640" y="1417320"/>
            <a:ext cx="6400800" cy="4846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822960" y="1581912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Agora vire programador (preencha)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914400" y="214884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1) SE __________________________ ENTÃO __________________________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914400" y="292608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2) SE __________________________ ENTÃO __________________________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14400" y="370332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3) SE __________________________ ENTÃO __________________________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914400" y="448056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4) SE __________________________ ENTÃO __________________________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914400" y="525780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5) SE __________________________ ENTÃO __________________________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7132320" y="1417320"/>
            <a:ext cx="4526280" cy="4846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7406640" y="158191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Exemplo (Cup Game)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498080" y="1965960"/>
            <a:ext cx="39620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□ SE clicar em Jogar → iniciar tempo e zerar pontos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7498080" y="2468880"/>
            <a:ext cx="39620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□ SE clicar no cupcake → +1, “Uhu”, mover alvo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7498080" y="2971800"/>
            <a:ext cx="39620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□ SE clicar fora → “Ops” e não pontuar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7498080" y="3474720"/>
            <a:ext cx="39620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□ SE pausar → tempo para + clique não vale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7498080" y="3977640"/>
            <a:ext cx="39620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□ SE tempo = 0 → tela final + pontuação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548640" y="6547104"/>
            <a:ext cx="103628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Essas frases viram: eventos (click), condições (if) e atualizações (textContent).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11002975" y="6547104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3/4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B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0EA5A4"/>
          </a:solidFill>
          <a:ln cap="flat" cmpd="sng" w="12700">
            <a:solidFill>
              <a:srgbClr val="0EA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548640" y="109728"/>
            <a:ext cx="11094415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Slide C - Mapa Movimento → Código (10 min)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48640" y="475488"/>
            <a:ext cx="1109441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Preencha: Evento + Variável + Tela/Elemento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48640" y="1417320"/>
            <a:ext cx="11064240" cy="4846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822960" y="158191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Tabela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777240" y="1874520"/>
            <a:ext cx="2926080" cy="50292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Movimento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703320" y="1874520"/>
            <a:ext cx="1828800" cy="50292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Evento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532120" y="1874520"/>
            <a:ext cx="2743200" cy="50292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Variáveis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275320" y="1874520"/>
            <a:ext cx="3108960" cy="50292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Atualiza na tela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777240" y="2377440"/>
            <a:ext cx="29260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Clicar no cupcake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703320" y="2377440"/>
            <a:ext cx="18288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click (target)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532120" y="2377440"/>
            <a:ext cx="27432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8275320" y="2377440"/>
            <a:ext cx="310896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scoreValue, feedback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777240" y="2880360"/>
            <a:ext cx="29260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Clicar em Jogar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3703320" y="2880360"/>
            <a:ext cx="18288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________________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532120" y="2880360"/>
            <a:ext cx="27432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________________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8275320" y="2880360"/>
            <a:ext cx="310896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________________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777240" y="3383280"/>
            <a:ext cx="29260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Tempo passar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703320" y="3383280"/>
            <a:ext cx="18288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________________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532120" y="3383280"/>
            <a:ext cx="27432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________________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8275320" y="3383280"/>
            <a:ext cx="310896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________________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777240" y="3886200"/>
            <a:ext cx="29260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Pausar/Continuar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703320" y="3886200"/>
            <a:ext cx="18288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________________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532120" y="3886200"/>
            <a:ext cx="27432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________________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8275320" y="3886200"/>
            <a:ext cx="310896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________________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77240" y="4389120"/>
            <a:ext cx="29260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Tempo = 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703320" y="4389120"/>
            <a:ext cx="18288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________________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532120" y="4389120"/>
            <a:ext cx="27432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________________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8275320" y="4389120"/>
            <a:ext cx="310896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________________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777240" y="59893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Pistas (variáveis comuns): score, timeLeft, paused, playing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8321040" y="598932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Pistas (telas): Início / Jogo / Fim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48640" y="6547104"/>
            <a:ext cx="103628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Transição: agora vamos mapear isso no HTML/CSS/JS (eventos, if, setInterval, textContent).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11002975" y="6547104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4/4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 txBox="1"/>
          <p:nvPr/>
        </p:nvSpPr>
        <p:spPr>
          <a:xfrm>
            <a:off x="548640" y="274320"/>
            <a:ext cx="1115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protótipo de papel → código (Cup Game)</a:t>
            </a:r>
            <a:endParaRPr sz="2400"/>
          </a:p>
        </p:txBody>
      </p:sp>
      <p:sp>
        <p:nvSpPr>
          <p:cNvPr id="144" name="Google Shape;144;p5"/>
          <p:cNvSpPr txBox="1"/>
          <p:nvPr/>
        </p:nvSpPr>
        <p:spPr>
          <a:xfrm>
            <a:off x="731520" y="1188720"/>
            <a:ext cx="6400800" cy="47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 protótipo é o mapa do jogo.</a:t>
            </a:r>
            <a:endParaRPr sz="3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 código transforma o mapa em cliques + regras automáticas.</a:t>
            </a:r>
            <a:endParaRPr sz="3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Protótipo: 3 telas → Código: 3 “screens” + função que alterna telas.</a:t>
            </a:r>
            <a:endParaRPr sz="3000"/>
          </a:p>
        </p:txBody>
      </p:sp>
      <p:pic>
        <p:nvPicPr>
          <p:cNvPr descr="a_set_of_four_digital_mockup_screens_for_a_mobile.png" id="145" name="Google Shape;1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188720"/>
            <a:ext cx="3657600" cy="4389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telas do protótipo (o que existe no jogo)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731520" y="1188720"/>
            <a:ext cx="64008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1) Início: título + Jogar + Som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2) Jogo: Tempo + Pontos + alvo + Pausar + Sair + feedback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3) Fim: pontuação final + Jogar de novo</a:t>
            </a:r>
            <a:endParaRPr sz="3800"/>
          </a:p>
        </p:txBody>
      </p:sp>
      <p:pic>
        <p:nvPicPr>
          <p:cNvPr descr="a_set_of_four_digital_mockup_screens_for_a_mobile.png" id="153" name="Google Shape;1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188720"/>
            <a:ext cx="3657600" cy="4389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Tela Início → HTML (screenHome)</a:t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731528" y="1188725"/>
            <a:ext cx="102744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protótipo: “Cup Game”, botão Jogar e Som.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HTML: section#screenHome é a “folha” da tela inicial.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Elementos clicáveis têm id: btnStart, chkSound.</a:t>
            </a:r>
            <a:endParaRPr sz="3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Tela Jogo → HTML (screenGame)</a:t>
            </a:r>
            <a:endParaRPr/>
          </a:p>
        </p:txBody>
      </p:sp>
      <p:sp>
        <p:nvSpPr>
          <p:cNvPr id="167" name="Google Shape;167;p8"/>
          <p:cNvSpPr txBox="1"/>
          <p:nvPr/>
        </p:nvSpPr>
        <p:spPr>
          <a:xfrm>
            <a:off x="731528" y="1188725"/>
            <a:ext cx="104739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Tempo: span#timeValue | Pontos: span#scoreValue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Área do jogo: div#playArea (o palco)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Alvo: div#target + img#targetImg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Botões: btnPause (Pausar) e btnExit (Sair)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Mensagem: p#feedback (Uhu/Ops)</a:t>
            </a:r>
            <a:endParaRPr sz="3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Tela Fim → HTML (screenEnd)</a:t>
            </a:r>
            <a:endParaRPr/>
          </a:p>
        </p:txBody>
      </p:sp>
      <p:sp>
        <p:nvSpPr>
          <p:cNvPr id="174" name="Google Shape;174;p9"/>
          <p:cNvSpPr txBox="1"/>
          <p:nvPr/>
        </p:nvSpPr>
        <p:spPr>
          <a:xfrm>
            <a:off x="731525" y="1188725"/>
            <a:ext cx="104490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protótipo: “Pontuação: X” e botão Jogar.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HTML: section#screenEnd mostra o resultado.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finalScore mostra o número final e btnRestart reinicia.</a:t>
            </a:r>
            <a:endParaRPr sz="3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CSS = o design do protótipo</a:t>
            </a:r>
            <a:endParaRPr/>
          </a:p>
        </p:txBody>
      </p:sp>
      <p:sp>
        <p:nvSpPr>
          <p:cNvPr id="181" name="Google Shape;181;p10"/>
          <p:cNvSpPr txBox="1"/>
          <p:nvPr/>
        </p:nvSpPr>
        <p:spPr>
          <a:xfrm>
            <a:off x="731528" y="1188725"/>
            <a:ext cx="104241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HTML = estrutura (o que existe).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CSS = aparência (como parece).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Trocar cores no CSS é como trocar a canetinha no papel.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Onde personalizar: :root, .card, .btn, #playArea, #target.</a:t>
            </a:r>
            <a:endParaRPr sz="3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 (JS) = tema do aluno</a:t>
            </a:r>
            <a:endParaRPr/>
          </a:p>
        </p:txBody>
      </p:sp>
      <p:sp>
        <p:nvSpPr>
          <p:cNvPr id="188" name="Google Shape;188;p11"/>
          <p:cNvSpPr txBox="1"/>
          <p:nvPr/>
        </p:nvSpPr>
        <p:spPr>
          <a:xfrm>
            <a:off x="731528" y="1188725"/>
            <a:ext cx="103494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CONFIG é o painel de personalização do jogo.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title (nome) | seconds (tempo) | scorePerHit (pontos)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feedbackHit/feedbackMiss (textos)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targetImageUrl (imagem) | targetSize (tamanho)</a:t>
            </a:r>
            <a:endParaRPr sz="3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Trocar telas (showScreen) = trocar folha</a:t>
            </a:r>
            <a:endParaRPr/>
          </a:p>
        </p:txBody>
      </p:sp>
      <p:sp>
        <p:nvSpPr>
          <p:cNvPr id="195" name="Google Shape;195;p12"/>
          <p:cNvSpPr txBox="1"/>
          <p:nvPr/>
        </p:nvSpPr>
        <p:spPr>
          <a:xfrm>
            <a:off x="731529" y="1188725"/>
            <a:ext cx="109728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papel: você troca a folha.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digital: só 1 section fica ativa por vez.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showScreen tira 'active' das telas e coloca na tela escolhida.</a:t>
            </a:r>
            <a:endParaRPr sz="3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Pontos e tempo = regras automáticas</a:t>
            </a:r>
            <a:endParaRPr/>
          </a:p>
        </p:txBody>
      </p:sp>
      <p:sp>
        <p:nvSpPr>
          <p:cNvPr id="202" name="Google Shape;202;p13"/>
          <p:cNvSpPr txBox="1"/>
          <p:nvPr/>
        </p:nvSpPr>
        <p:spPr>
          <a:xfrm>
            <a:off x="731528" y="1188725"/>
            <a:ext cx="101499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Pontos (score): variável que aumenta quando acerta.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Tempo (timeLeft): diminui a cada 1 segundo (setInterval).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Quando timeLeft chega em 0 → endGame().</a:t>
            </a:r>
            <a:endParaRPr sz="3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Clique no cupcake = acerto</a:t>
            </a:r>
            <a:endParaRPr/>
          </a:p>
        </p:txBody>
      </p:sp>
      <p:sp>
        <p:nvSpPr>
          <p:cNvPr id="209" name="Google Shape;209;p14"/>
          <p:cNvSpPr txBox="1"/>
          <p:nvPr/>
        </p:nvSpPr>
        <p:spPr>
          <a:xfrm>
            <a:off x="731527" y="1188725"/>
            <a:ext cx="95265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Evento: click no target (cupcake).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Ação: soma +1, mostra “Uhu”, atualiza números e move o alvo.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Igual ao protótipo: tocou no post-it → pontua e muda de lugar.</a:t>
            </a:r>
            <a:endParaRPr sz="3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Clique fora do cupcake = erro</a:t>
            </a:r>
            <a:endParaRPr/>
          </a:p>
        </p:txBody>
      </p:sp>
      <p:sp>
        <p:nvSpPr>
          <p:cNvPr id="216" name="Google Shape;216;p15"/>
          <p:cNvSpPr txBox="1"/>
          <p:nvPr/>
        </p:nvSpPr>
        <p:spPr>
          <a:xfrm>
            <a:off x="731528" y="1188725"/>
            <a:ext cx="9701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Evento: click na playArea (fora do alvo).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Ação: mostra “Ops” e NÃO soma pontos.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 área aceita clique, mas só o alvo pontua.</a:t>
            </a:r>
            <a:endParaRPr sz="3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Mover o alvo (moveTarget) = post-it andando</a:t>
            </a:r>
            <a:endParaRPr/>
          </a:p>
        </p:txBody>
      </p:sp>
      <p:sp>
        <p:nvSpPr>
          <p:cNvPr id="223" name="Google Shape;223;p16"/>
          <p:cNvSpPr txBox="1"/>
          <p:nvPr/>
        </p:nvSpPr>
        <p:spPr>
          <a:xfrm>
            <a:off x="731528" y="1188725"/>
            <a:ext cx="99753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papel: colega move o post-it.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digital: JS sorteia (x,y) e muda left/top do target.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Limites impedem o alvo de sair do retângulo (playArea).</a:t>
            </a:r>
            <a:endParaRPr sz="3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Pausar, Sair e Fim do jogo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731528" y="1188725"/>
            <a:ext cx="105738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Pausar: paused = true → tempo não anda e cliques não valem.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Sair: para timer e volta para Home (screenHome).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Fim: para timer, mostra pontuação final e vai para screenEnd.</a:t>
            </a:r>
            <a:endParaRPr sz="3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Guia para os alunos: o que pode trocar sem medo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731528" y="1188725"/>
            <a:ext cx="103245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Troque o tema no CONFIG (título, imagem, textos, tempo).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Troque as cores no :root do CSS (paleta).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Não mexa nas regras até entender.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Protótipo muda → HTML | Aparência muda → CSS | Regra muda → JS</a:t>
            </a: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2026-03-02T23:37:26Z</dcterms:created>
  <dc:creator>PptxGenJS</dc:creator>
</cp:coreProperties>
</file>